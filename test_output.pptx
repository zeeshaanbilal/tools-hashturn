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0_test_input.p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9417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